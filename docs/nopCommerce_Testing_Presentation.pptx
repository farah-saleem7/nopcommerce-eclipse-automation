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57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5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C4B5FD">
              <a:alpha val="70000"/>
            </a:srgbClr>
          </a:solidFill>
          <a:ln w="12700">
            <a:solidFill>
              <a:srgbClr val="C4B5FD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B2E"/>
                </a:solidFill>
              </a:rPr>
              <a:t>SOLO QA PROJECT · JUNE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nopCommerce</a:t>
            </a:r>
            <a:endParaRPr lang="en-US" sz="4600" dirty="0">
              <a:solidFill>
                <a:srgbClr val="7030A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Testing Project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2926080" cy="36576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functional &amp; automation QA</a:t>
            </a:r>
            <a:endParaRPr lang="en-US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live e-commerce demo platform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828800" cy="1143000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</a:rPr>
              <a:t>Test Cases</a:t>
            </a:r>
          </a:p>
        </p:txBody>
      </p:sp>
      <p:sp>
        <p:nvSpPr>
          <p:cNvPr id="13" name="Shape 11"/>
          <p:cNvSpPr/>
          <p:nvPr/>
        </p:nvSpPr>
        <p:spPr>
          <a:xfrm>
            <a:off x="2651760" y="3383280"/>
            <a:ext cx="1828800" cy="1143000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5176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</a:rPr>
              <a:t>Workflows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1828800" cy="1143000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</a:rPr>
              <a:t>Bugs Found</a:t>
            </a:r>
          </a:p>
        </p:txBody>
      </p:sp>
      <p:sp>
        <p:nvSpPr>
          <p:cNvPr id="19" name="Shape 17"/>
          <p:cNvSpPr/>
          <p:nvPr/>
        </p:nvSpPr>
        <p:spPr>
          <a:xfrm>
            <a:off x="6858000" y="3383280"/>
            <a:ext cx="1828800" cy="1143000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</a:rPr>
              <a:t>Pass Rate</a:t>
            </a:r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FAA"/>
                </a:solidFill>
              </a:rPr>
              <a:t>Farah Saleem  ·  demo.nopcommerce.com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Was This Project?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QA project</a:t>
            </a:r>
            <a:r>
              <a:rPr lang="en-US" sz="13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testing the nopCommerce open-source e-commerce demo platform.
Combined both </a:t>
            </a: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exploratory testing</a:t>
            </a:r>
            <a:r>
              <a:rPr lang="en-US" sz="13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discover edge-case bugs and validate UI, followed by </a:t>
            </a: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automation</a:t>
            </a:r>
            <a:r>
              <a:rPr lang="en-US" sz="13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execute end-to-end functional workflows.
All test cases were automated in </a:t>
            </a: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using Page Object Model (POM)</a:t>
            </a:r>
            <a:r>
              <a:rPr lang="en-US" sz="13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 pattern with TestNG as the test runner.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389888"/>
            <a:ext cx="3474720" cy="475488"/>
          </a:xfrm>
          <a:prstGeom prst="rect">
            <a:avLst/>
          </a:prstGeom>
          <a:solidFill>
            <a:srgbClr val="C4B5FD">
              <a:alpha val="70000"/>
            </a:srgbClr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3898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2E"/>
                </a:solidFill>
              </a:rPr>
              <a:t>Java + Selenium WebDriver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2011680"/>
            <a:ext cx="3474720" cy="475488"/>
          </a:xfrm>
          <a:prstGeom prst="rect">
            <a:avLst/>
          </a:prstGeom>
          <a:solidFill>
            <a:srgbClr val="86EFAC">
              <a:alpha val="70000"/>
            </a:srgbClr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2011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2E"/>
                </a:solidFill>
              </a:rPr>
              <a:t>Page Object Model (POM)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2633472"/>
            <a:ext cx="3474720" cy="475488"/>
          </a:xfrm>
          <a:prstGeom prst="rect">
            <a:avLst/>
          </a:prstGeom>
          <a:solidFill>
            <a:srgbClr val="C4B5FD">
              <a:alpha val="70000"/>
            </a:srgbClr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26334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2E"/>
                </a:solidFill>
              </a:rPr>
              <a:t>TestNG + Maven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3255264"/>
            <a:ext cx="3474720" cy="475488"/>
          </a:xfrm>
          <a:prstGeom prst="rect">
            <a:avLst/>
          </a:prstGeom>
          <a:solidFill>
            <a:srgbClr val="86EFAC">
              <a:alpha val="70000"/>
            </a:srgbClr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325526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2E"/>
                </a:solidFill>
              </a:rPr>
              <a:t>Eclipse IDE 2026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20640" y="3877056"/>
            <a:ext cx="3474720" cy="475488"/>
          </a:xfrm>
          <a:prstGeom prst="rect">
            <a:avLst/>
          </a:prstGeom>
          <a:solidFill>
            <a:srgbClr val="C4B5FD">
              <a:alpha val="70000"/>
            </a:srgbClr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38770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2E"/>
                </a:solidFill>
              </a:rPr>
              <a:t>demo.nopcommerce.com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B7FAA"/>
                </a:solidFill>
              </a:rPr>
              <a:t>TECH STACK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</a:rPr>
              <a:t>TEST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Core Workflows Tested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55448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WF1 · Authentication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554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3/5 Pass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valid &amp; invalid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&amp; session termination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Me persistence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recovery email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402336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6304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WF2 · Catalog &amp; Product Details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155448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554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3/4 Pass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product search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 page load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Non-existing product handling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quantity 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4023360" cy="155448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00400"/>
            <a:ext cx="64008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WF3 · Wishlist &amp; Cart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329184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91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3/3 Pass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to wishlist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displays records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wishlist → cart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402336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20040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WF4 · Product Comparison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18120" y="329184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3291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4/4 Pass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to compare list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comparison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alignment &amp; scaling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4480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comparison list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87171"/>
                </a:solidFill>
              </a:rPr>
              <a:t>BUG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Defects Discovered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B2E"/>
                </a:solidFill>
              </a:rPr>
              <a:t>Bug 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61872" y="149047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14904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1B2E"/>
                </a:solidFill>
              </a:rPr>
              <a:t>Medium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48840" y="1490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– Remember Me Fails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logout, the email field is NOT pre-filled on next login despite "Remember Me" being checked.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09397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r>
              <a:rPr lang="en-US" sz="10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auto-fills with remembered address    </a:t>
            </a: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</a:t>
            </a:r>
            <a:r>
              <a:rPr lang="en-US" sz="10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 is completely empty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87171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64008" cy="1051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9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B2E"/>
                </a:solidFill>
              </a:rPr>
              <a:t>Bug 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61872" y="267919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2679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1B2E"/>
                </a:solidFill>
              </a:rPr>
              <a:t>Major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48840" y="2679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– Password Reset Email Not Sent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9718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a success banner, but the backend never dispatches the actual reset link to the mailbox.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2826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r>
              <a:rPr lang="en-US" sz="10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email delivered to inbox    </a:t>
            </a: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</a:t>
            </a:r>
            <a:r>
              <a:rPr lang="en-US" sz="10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never arrives; silent backend failure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94760"/>
            <a:ext cx="64008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B2E"/>
                </a:solidFill>
              </a:rPr>
              <a:t>Bug 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61872" y="386791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38679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1B2E"/>
                </a:solidFill>
              </a:rPr>
              <a:t>Minor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48840" y="3867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 – Misleading Decimal Quantity Message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1605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2.5 as quantity shows 'Quantity should be positive' — wrong because 2.5 IS positive.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47141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r>
              <a:rPr lang="en-US" sz="10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"Quantity must be a whole number"    </a:t>
            </a: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</a:t>
            </a:r>
            <a:r>
              <a:rPr lang="en-US" sz="1000" dirty="0">
                <a:solidFill>
                  <a:srgbClr val="4B4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"Quantity should be positive" (inaccurate)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</a:rPr>
              <a:t>TEST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874520" cy="109728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8"/>
                </a:solidFill>
              </a:rPr>
              <a:t>Total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463040"/>
            <a:ext cx="187452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508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8"/>
                </a:solidFill>
              </a:rPr>
              <a:t>Passed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187452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87171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508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8"/>
                </a:solidFill>
              </a:rPr>
              <a:t>Failed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463040"/>
            <a:ext cx="1874520" cy="10972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508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7512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8"/>
                </a:solidFill>
              </a:rPr>
              <a:t>Pass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Breakdown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8412480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63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Function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31638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06440" y="31638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841248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56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Authentication &amp; Login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4564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3456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3 /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456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High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3456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</a:rPr>
              <a:t>2 Bugs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Catalog &amp; Product Details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3749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7764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3 /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High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3749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</a:rPr>
              <a:t>1 Bug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041648"/>
            <a:ext cx="841248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41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Wishlist Management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40416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2 / 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Medium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06440" y="4041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All Pass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334256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342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Cart Migration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0" y="43342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77640" y="4334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1 / 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334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High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0644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All Pass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626864"/>
            <a:ext cx="841248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268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Product Comparison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00400" y="462686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977640" y="46268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4 / 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92040" y="46268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</a:rPr>
              <a:t>Low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06440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All Pass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030A0">
            <a:alpha val="4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 cases automated across 4 key e-commerce workflows using Java + Selenium POM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functional bugs documented with full reproduction steps, severity &amp; priority ratings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overall pass rate — all critical cart, wishlist &amp; comparison flows fully functional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28269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module flagged as highest priority fix area (2 high-severity defects)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9502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deliverables: Test Plan · RTM · Bug Report · Test Summary · GitHub source code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2060"/>
                </a:solidFill>
              </a:rPr>
              <a:t>Farah Saleem  ·  nopCommerce Automation Testing Project  ·  demo.nopcommerce.com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C4B5FD">
              <a:alpha val="70000"/>
            </a:srgbClr>
          </a:solidFill>
          <a:ln w="12700">
            <a:solidFill>
              <a:srgbClr val="C4B5FD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B2E"/>
                </a:solidFill>
              </a:rPr>
              <a:t>SOLO QA PROJECT · JUNE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9783" y="179861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600" dirty="0">
              <a:solidFill>
                <a:srgbClr val="7030A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358537" y="2817077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Lets Run The Automation Testing Project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9880" y="3452948"/>
            <a:ext cx="2926080" cy="36576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5176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5176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FAA"/>
                </a:solidFill>
              </a:rPr>
              <a:t>Farah Saleem  ·  demo.nopcommerce.com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41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568</Words>
  <Application>Microsoft Office PowerPoint</Application>
  <PresentationFormat>On-screen Show 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nopCommerce Automation Testing - Solo Project</dc:title>
  <dc:subject>PptxGenJS Presentation</dc:subject>
  <dc:creator>Farah Saleem</dc:creator>
  <cp:lastModifiedBy>Farah Abdullah</cp:lastModifiedBy>
  <cp:revision>3</cp:revision>
  <dcterms:created xsi:type="dcterms:W3CDTF">2026-06-04T22:44:35Z</dcterms:created>
  <dcterms:modified xsi:type="dcterms:W3CDTF">2026-06-04T23:03:52Z</dcterms:modified>
</cp:coreProperties>
</file>